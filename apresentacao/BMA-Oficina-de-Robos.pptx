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12/08</c:v>
                </c:pt>
                <c:pt idx="1">
                  <c:v>20/08</c:v>
                </c:pt>
                <c:pt idx="2">
                  <c:v>28/08</c:v>
                </c:pt>
                <c:pt idx="3">
                  <c:v>08/09</c:v>
                </c:pt>
                <c:pt idx="4">
                  <c:v>16/09</c:v>
                </c:pt>
                <c:pt idx="5">
                  <c:v>23/09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13.9</c:v>
                </c:pt>
                <c:pt idx="1">
                  <c:v>13.9</c:v>
                </c:pt>
                <c:pt idx="2">
                  <c:v>13.9</c:v>
                </c:pt>
                <c:pt idx="3">
                  <c:v>13.9</c:v>
                </c:pt>
                <c:pt idx="4">
                  <c:v>13.9</c:v>
                </c:pt>
                <c:pt idx="5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de software é um programa que executa no computador, de forma automática, as tarefas que faríamos manualmente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pública do Banco Central do Brasil (SGS) e obtenha as últimas 30 observações da série 1178 (Selic anualizada base 252).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Tratar erros e usar dados de contingência se a internet falhar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com as abas Dados e Resumo e um gráfico da Selic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Criar um relatório PDF com os indicadores e abri-lo ao final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Registrar a execução em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gratuita 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 para você.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30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12/08/2026 a 23/09/2026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-0,25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Excel:   output\selic.xlsx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Gráfico: output\selic.png  |  PDF: resumo_selic.pdf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Últimas 30 observações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Últimas 30 observações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(12/08/2026)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-0,25 p.p. (-1,80%)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apresentou queda de 0,25 ponto percentual nas últimas 30 observações,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